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2" autoAdjust="0"/>
    <p:restoredTop sz="94660"/>
  </p:normalViewPr>
  <p:slideViewPr>
    <p:cSldViewPr snapToGrid="0">
      <p:cViewPr varScale="1">
        <p:scale>
          <a:sx n="113" d="100"/>
          <a:sy n="113" d="100"/>
        </p:scale>
        <p:origin x="64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22-08-2025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22-08-2025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22-08-2025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22-08-2025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22-08-2025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22-08-2025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22-08-2025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22-08-2025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22-08-2025</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2614" y="-22948"/>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473047"/>
            <a:ext cx="7835704" cy="707886"/>
          </a:xfrm>
          <a:prstGeom prst="rect">
            <a:avLst/>
          </a:prstGeom>
          <a:noFill/>
        </p:spPr>
        <p:txBody>
          <a:bodyPr wrap="square" rtlCol="0">
            <a:spAutoFit/>
          </a:bodyPr>
          <a:lstStyle/>
          <a:p>
            <a:pPr algn="ctr"/>
            <a:r>
              <a:rPr lang="en-IN" sz="4000" b="1" dirty="0">
                <a:solidFill>
                  <a:schemeClr val="bg1"/>
                </a:solidFill>
              </a:rPr>
              <a:t>Movie Data Analysis Project</a:t>
            </a: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8102" y="2329404"/>
            <a:ext cx="3739525" cy="2103483"/>
          </a:xfrm>
          <a:prstGeom prst="rect">
            <a:avLst/>
          </a:prstGeom>
        </p:spPr>
      </p:pic>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2807824" y="728937"/>
            <a:ext cx="3678701" cy="3416320"/>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4346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6525" y="64346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1386" y="2303369"/>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96" y="94980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346917" y="865163"/>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7342" y="60990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928" y="781820"/>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avg column?</a:t>
            </a: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filmed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9541</TotalTime>
  <Words>371</Words>
  <Application>Microsoft Office PowerPoint</Application>
  <PresentationFormat>On-screen Show (16:9)</PresentationFormat>
  <Paragraphs>19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Piyush Sharma</cp:lastModifiedBy>
  <cp:revision>1411</cp:revision>
  <dcterms:created xsi:type="dcterms:W3CDTF">2022-12-29T08:52:07Z</dcterms:created>
  <dcterms:modified xsi:type="dcterms:W3CDTF">2025-08-22T13:18:16Z</dcterms:modified>
</cp:coreProperties>
</file>